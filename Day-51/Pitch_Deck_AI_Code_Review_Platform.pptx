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9202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554480"/>
            <a:ext cx="19202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560320"/>
            <a:ext cx="19202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3566160"/>
            <a:ext cx="19202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4572000"/>
            <a:ext cx="19202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5577840"/>
            <a:ext cx="192024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REVIEW PLATFORM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structured AI feedback on every pull request — bugs, security, performance, and code quality, reviewed automatically.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10-Day 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· 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 doesn't scale with how developers actually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to review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developers and students often have no teammate available to review their pull requests at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331720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feedback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reviewers miss edge-case bugs, security gaps, and performance issues under time pressure.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tools gatekeep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review tools are locked behind subscriptions — out of reach for side projects and students.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developers who need a fast, honest second opinion.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2219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Developers &amp; Students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6791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teammate on hand? Get instant structured review before you merge.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286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22219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67919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sanity check before requesting a maintainer's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325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Leveling 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7823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Explained, categorized feedback — not just a pass/fail lint result.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406908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4389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4325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Reviewers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7823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demonstration of full-stack + AI integration skill.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GitHub, pick a pull request, get a structured AI review in the same workflow you already use.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GitHub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06040" y="2606040"/>
            <a:ext cx="246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52928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90088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repos &amp; PRs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18888" y="2606040"/>
            <a:ext cx="246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2936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02936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the diff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31736" y="2606040"/>
            <a:ext cx="246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78624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15784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15784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scores + findings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44584" y="2606040"/>
            <a:ext cx="246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91472" y="2286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28632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back to GitHub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10607040" cy="1737360"/>
          </a:xfrm>
          <a:prstGeom prst="roundRect">
            <a:avLst>
              <a:gd name="adj" fmla="val 6316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343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engine. Two entry points.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800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review engine powers full pull-request review AND a lightweight single-file mode for quick, ad-hoc feedback outside of GitHub — no duplicated logic, no inconsistent results.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v1.0 — guaranteed, not aspirational.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21A2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807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GitHub OAuth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— any developer signs in with their own GitHub account.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21A2B"/>
          </a:solidFill>
          <a:ln/>
        </p:spPr>
      </p:sp>
      <p:sp>
        <p:nvSpPr>
          <p:cNvPr id="9" name="Shape 7"/>
          <p:cNvSpPr/>
          <p:nvPr/>
        </p:nvSpPr>
        <p:spPr>
          <a:xfrm>
            <a:off x="4599432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807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PR Browser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real repositories and open pull requests, no manual URLs.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21A2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02752" y="2221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807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AI 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Security, Performance &amp; Code Quality — every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21A2B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370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956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Line-Level Annotations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5413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tied to the exact file and line, not vague summaries.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1148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21A2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99432" y="4370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4956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Scores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9432" y="5413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Performance &amp; Maintainability scores at a glance.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11480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21A2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4370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4956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History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02752" y="5413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past review saved and revisitable, per user.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MERN stack, extended with an AI review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9397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39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203911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· react-router · Recharts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352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Passport.js (GitHub OAuth)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7647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7216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721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· Mongoose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1772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45628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56285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(free tier) · structured JSON prompting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4589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87171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54041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540410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— repos, pull requests, diffs, review comments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ships a complete core product. These extend it further.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1463040" cy="320040"/>
          </a:xfrm>
          <a:prstGeom prst="roundRect">
            <a:avLst>
              <a:gd name="adj" fmla="val 51429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Priority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GitHub PR Comments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AI findings directly onto the real pull request as review comments.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194560"/>
            <a:ext cx="1463040" cy="320040"/>
          </a:xfrm>
          <a:prstGeom prst="roundRect">
            <a:avLst>
              <a:gd name="adj" fmla="val 51429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Priority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Comparison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3017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Again" after new commits, showing resolved vs. newly introduced issues.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97680"/>
            <a:ext cx="1463040" cy="320040"/>
          </a:xfrm>
          <a:prstGeom prst="roundRect">
            <a:avLst>
              <a:gd name="adj" fmla="val 51429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Priority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trends and score history across a user's past reviews.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4069080"/>
            <a:ext cx="5029200" cy="1783080"/>
          </a:xfrm>
          <a:prstGeom prst="roundRect">
            <a:avLst>
              <a:gd name="adj" fmla="val 5128"/>
            </a:avLst>
          </a:prstGeom>
          <a:solidFill>
            <a:srgbClr val="121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297680"/>
            <a:ext cx="1463040" cy="320040"/>
          </a:xfrm>
          <a:prstGeom prst="roundRect">
            <a:avLst>
              <a:gd name="adj" fmla="val 51429"/>
            </a:avLst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Post-v1.0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Repository Support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09360" y="5120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public repos with broader OAuth scopes.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— not just those on well-staffed teams — deserves fast, structured, trustworthy feedback on their code.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starts as a capstone project. The foundation — a clean review engine, real GitHub integration, and a scoring system built to extend — is designed to grow into a genuinely useful tool for solo developers, students, and small open-source teams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5303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303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Day 10 · Live v1.0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 Platform  ·  AB Talks 60-Day Claude AI Challenge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2026-07-22T20:35:13Z</dcterms:created>
  <dcterms:modified xsi:type="dcterms:W3CDTF">2026-07-22T20:35:13Z</dcterms:modified>
</cp:coreProperties>
</file>